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09F478-71EF-4A89-864C-0E6D184E2228}" type="datetimeFigureOut">
              <a:rPr lang="en-US" smtClean="0"/>
              <a:t>31/1/2026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91159B-D764-42DE-889F-156B3E071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99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63564-3668-4130-A675-A547F3E58813}" type="datetime1">
              <a:rPr lang="en-US" smtClean="0"/>
              <a:t>31/1/2026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Họ tên sinh viên: Phan Gia Hào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7263-C8E0-44FA-93F3-CD20DC4FC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81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EA356-CD81-4A22-85E9-CBCA22174127}" type="datetime1">
              <a:rPr lang="en-US" smtClean="0"/>
              <a:t>31/1/2026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Họ tên sinh viên: Phan Gia Hào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7263-C8E0-44FA-93F3-CD20DC4FC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580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4EB71-72C2-42F9-946C-8BB99BDC186D}" type="datetime1">
              <a:rPr lang="en-US" smtClean="0"/>
              <a:t>31/1/2026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Họ tên sinh viên: Phan Gia Hào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3307263-C8E0-44FA-93F3-CD20DC4FC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297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IT25B_114139_PhanGiaHao_01.xlsx" TargetMode="External"/><Relationship Id="rId2" Type="http://schemas.openxmlformats.org/officeDocument/2006/relationships/hyperlink" Target="IT25B_114139_PhanGiaHao_01.docx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IT25B_114139_PhanGiaHao_01.pptx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FD58E-6B1D-4226-8336-00CC2AE4F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0952" y="1330834"/>
            <a:ext cx="8774036" cy="758867"/>
          </a:xfrm>
        </p:spPr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VỀ BẢN THÂN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881039-BA98-4260-9951-3E4D66C0E2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Mã số sinh viên: 114139</a:t>
            </a:r>
          </a:p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Họ và tên sinh viên: Phan Gia Hào</a:t>
            </a:r>
          </a:p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Ngày thi: 31/1/2026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8950B-23E1-4115-ACB2-15CDE209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9980-361E-44DE-A83D-5E51C62D2057}" type="datetime1">
              <a:rPr lang="en-US" smtClean="0"/>
              <a:t>31/1/2026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055A9-1A38-4DA2-8FC2-34D223243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Họ tên sinh viên: Phan Gia Hào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6B699-B95C-4555-9F96-E4F4A310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7263-C8E0-44FA-93F3-CD20DC4FC7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29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DBA4A-EA49-469D-A327-7A8E8C9FD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 CHUNG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4A713-D169-4560-8DF3-430A7ED78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1. Lớp: IT25B</a:t>
            </a:r>
          </a:p>
          <a:p>
            <a:r>
              <a:rPr lang="en-US"/>
              <a:t>2. Ngành học: CNTT</a:t>
            </a:r>
          </a:p>
          <a:p>
            <a:r>
              <a:rPr lang="en-US"/>
              <a:t>3. Sở thích: Xem TV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23F62-0EF2-45FC-93C2-0BD4943C9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E89FA-013D-4B9B-BDC1-A4D8CED8C6F3}" type="datetime1">
              <a:rPr lang="en-US" smtClean="0"/>
              <a:t>31/1/2026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39139-4C5B-4BE8-9024-31AE261AA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Họ tên sinh viên: Phan Gia Hào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BDCA1-C414-4E88-A0B4-E0FE13755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7263-C8E0-44FA-93F3-CD20DC4FC7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574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99F48-3051-42E8-AD8E-65660F089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 BÀI LÀM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2E6A6-8ED4-4959-B82A-CF14BDAD2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 action="ppaction://hlinkfile"/>
              </a:rPr>
              <a:t>Phần 1: Word</a:t>
            </a:r>
            <a:endParaRPr lang="en-US"/>
          </a:p>
          <a:p>
            <a:r>
              <a:rPr lang="en-US">
                <a:hlinkClick r:id="rId3" action="ppaction://hlinkfile"/>
              </a:rPr>
              <a:t>Phần 2: Excel</a:t>
            </a:r>
            <a:endParaRPr lang="en-US"/>
          </a:p>
          <a:p>
            <a:r>
              <a:rPr lang="en-US">
                <a:hlinkClick r:id="rId4" action="ppaction://hlinkpres?slideindex=1&amp;slidetitle="/>
              </a:rPr>
              <a:t>Phần 3:Powerpoint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35332-ADA8-48D3-BBFD-D63771F85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D06AE-E0C9-4EA1-9E97-25B11F5E9ED5}" type="datetime1">
              <a:rPr lang="en-US" smtClean="0"/>
              <a:t>31/1/2026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CBA91-570F-473C-85F1-7243D18F4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Họ tên sinh viên: Phan Gia Hào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8F845-ED50-4874-87C6-364A459E1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7263-C8E0-44FA-93F3-CD20DC4FC76F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EECEA6-6A15-426B-8E37-CEAF395BD051}"/>
              </a:ext>
            </a:extLst>
          </p:cNvPr>
          <p:cNvSpPr txBox="1"/>
          <p:nvPr/>
        </p:nvSpPr>
        <p:spPr>
          <a:xfrm>
            <a:off x="3386868" y="2190426"/>
            <a:ext cx="439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</a:t>
            </a:r>
            <a:r>
              <a:rPr lang="en-US">
                <a:sym typeface="Wingdings" panose="05000000000000000000" pitchFamily="2" charset="2"/>
              </a:rPr>
              <a:t>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B76F35-F099-4E3A-BB6D-91775A6B45A8}"/>
              </a:ext>
            </a:extLst>
          </p:cNvPr>
          <p:cNvSpPr txBox="1"/>
          <p:nvPr/>
        </p:nvSpPr>
        <p:spPr>
          <a:xfrm>
            <a:off x="3386868" y="2557655"/>
            <a:ext cx="439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</a:t>
            </a:r>
            <a:r>
              <a:rPr lang="en-US">
                <a:sym typeface="Wingdings" panose="05000000000000000000" pitchFamily="2" charset="2"/>
              </a:rPr>
              <a:t>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4F974D-F256-46B1-B0B4-7B49862CB336}"/>
              </a:ext>
            </a:extLst>
          </p:cNvPr>
          <p:cNvSpPr txBox="1"/>
          <p:nvPr/>
        </p:nvSpPr>
        <p:spPr>
          <a:xfrm>
            <a:off x="3386868" y="2979822"/>
            <a:ext cx="439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</a:t>
            </a:r>
            <a:r>
              <a:rPr lang="en-US">
                <a:sym typeface="Wingdings" panose="05000000000000000000" pitchFamily="2" charset="2"/>
              </a:rPr>
              <a:t>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83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19A13-78B0-40A3-896B-DA8CB5C18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9545" y="2768600"/>
            <a:ext cx="8596668" cy="1320800"/>
          </a:xfrm>
        </p:spPr>
        <p:txBody>
          <a:bodyPr/>
          <a:lstStyle/>
          <a:p>
            <a:r>
              <a:rPr lang="en-US"/>
              <a:t>Xin Chân thành cảm ơn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CF10D-3BC6-4147-AE9D-CDCD5AE51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35FC-2415-4B02-B922-0CFD2E0C9D14}" type="datetime1">
              <a:rPr lang="en-US" smtClean="0"/>
              <a:t>31/1/2026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7469E-0B37-4E39-8B8D-519DCCE81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Họ tên sinh viên: Phan Gia Hào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0A6C3-0EC9-45F6-961A-4EAA7B335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7263-C8E0-44FA-93F3-CD20DC4FC7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86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275</TotalTime>
  <Words>112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Calibri</vt:lpstr>
      <vt:lpstr>Times New Roman</vt:lpstr>
      <vt:lpstr>Trebuchet MS</vt:lpstr>
      <vt:lpstr>Wingdings 3</vt:lpstr>
      <vt:lpstr>Facet</vt:lpstr>
      <vt:lpstr>GIỚI THIỆU VỀ BẢN THÂN </vt:lpstr>
      <vt:lpstr>GIỚI THIỆU CHUNG</vt:lpstr>
      <vt:lpstr>NỘI DUNG BÀI LÀM</vt:lpstr>
      <vt:lpstr>Xin Chân thành cảm ơn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VỀ BẢN THÂN</dc:title>
  <dc:creator>Hào Gia</dc:creator>
  <cp:lastModifiedBy>Hào Gia</cp:lastModifiedBy>
  <cp:revision>6</cp:revision>
  <dcterms:created xsi:type="dcterms:W3CDTF">2026-01-31T08:06:46Z</dcterms:created>
  <dcterms:modified xsi:type="dcterms:W3CDTF">2026-01-31T13:39:59Z</dcterms:modified>
</cp:coreProperties>
</file>
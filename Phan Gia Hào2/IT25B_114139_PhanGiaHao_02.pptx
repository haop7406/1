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46" d="100"/>
          <a:sy n="46" d="100"/>
        </p:scale>
        <p:origin x="67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9F478-71EF-4A89-864C-0E6D184E222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1159B-D764-42DE-889F-156B3E07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9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3564-3668-4130-A675-A547F3E58813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8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A356-CD81-4A22-85E9-CBCA22174127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8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4EB71-72C2-42F9-946C-8BB99BDC186D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9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IT25B_114139_PhanGiaHao_01.xlsx" TargetMode="External"/><Relationship Id="rId2" Type="http://schemas.openxmlformats.org/officeDocument/2006/relationships/hyperlink" Target="IT25B_114139_PhanGiaHao_01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IT25B_114139_PhanGiaHao_01.ppt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D58E-6B1D-4226-8336-00CC2AE4F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952" y="1330834"/>
            <a:ext cx="8774036" cy="758867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VỀ BẢN THÂN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81039-BA98-4260-9951-3E4D66C0E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Mã số sinh viên: 114139</a:t>
            </a:r>
          </a:p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Họ và tên sinh viên: Phan Gia Hào</a:t>
            </a:r>
          </a:p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Ngày thi: 5/2/2026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950B-23E1-4115-ACB2-15CDE209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9980-361E-44DE-A83D-5E51C62D2057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055A9-1A38-4DA2-8FC2-34D22324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6B699-B95C-4555-9F96-E4F4A31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2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BA4A-EA49-469D-A327-7A8E8C9F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CHUNG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4A713-D169-4560-8DF3-430A7ED78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Lớp: IT25B</a:t>
            </a:r>
          </a:p>
          <a:p>
            <a:r>
              <a:rPr lang="en-US"/>
              <a:t>2. Ngành học: CNTT</a:t>
            </a:r>
          </a:p>
          <a:p>
            <a:r>
              <a:rPr lang="en-US"/>
              <a:t>3. Sở thích: Xem TV</a:t>
            </a:r>
          </a:p>
          <a:p>
            <a:r>
              <a:rPr lang="en-US"/>
              <a:t>4. Quê quán: Đà Nẵng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3F62-0EF2-45FC-93C2-0BD4943C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89FA-013D-4B9B-BDC1-A4D8CED8C6F3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39139-4C5B-4BE8-9024-31AE261A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DCA1-C414-4E88-A0B4-E0FE1375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7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9F48-3051-42E8-AD8E-65660F08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BÀI LÀM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E6A6-8ED4-4959-B82A-CF14BDAD2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 action="ppaction://hlinkfile"/>
              </a:rPr>
              <a:t>Phần 1: Word</a:t>
            </a:r>
            <a:endParaRPr lang="en-US"/>
          </a:p>
          <a:p>
            <a:r>
              <a:rPr lang="en-US">
                <a:hlinkClick r:id="rId3" action="ppaction://hlinkfile"/>
              </a:rPr>
              <a:t>Phần 2: Excel</a:t>
            </a:r>
            <a:endParaRPr lang="en-US"/>
          </a:p>
          <a:p>
            <a:r>
              <a:rPr lang="en-US">
                <a:hlinkClick r:id="rId4" action="ppaction://hlinkpres?slideindex=1&amp;slidetitle="/>
              </a:rPr>
              <a:t>Phần 3:Powerpoint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35332-ADA8-48D3-BBFD-D63771F8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D06AE-E0C9-4EA1-9E97-25B11F5E9ED5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CBA91-570F-473C-85F1-7243D18F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F845-ED50-4874-87C6-364A459E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ECEA6-6A15-426B-8E37-CEAF395BD051}"/>
              </a:ext>
            </a:extLst>
          </p:cNvPr>
          <p:cNvSpPr txBox="1"/>
          <p:nvPr/>
        </p:nvSpPr>
        <p:spPr>
          <a:xfrm>
            <a:off x="3386868" y="2190426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76F35-F099-4E3A-BB6D-91775A6B45A8}"/>
              </a:ext>
            </a:extLst>
          </p:cNvPr>
          <p:cNvSpPr txBox="1"/>
          <p:nvPr/>
        </p:nvSpPr>
        <p:spPr>
          <a:xfrm>
            <a:off x="3386868" y="2557655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F974D-F256-46B1-B0B4-7B49862CB336}"/>
              </a:ext>
            </a:extLst>
          </p:cNvPr>
          <p:cNvSpPr txBox="1"/>
          <p:nvPr/>
        </p:nvSpPr>
        <p:spPr>
          <a:xfrm>
            <a:off x="3386868" y="2979822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8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9A13-78B0-40A3-896B-DA8CB5C1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545" y="2768600"/>
            <a:ext cx="8596668" cy="1320800"/>
          </a:xfrm>
        </p:spPr>
        <p:txBody>
          <a:bodyPr/>
          <a:lstStyle/>
          <a:p>
            <a:r>
              <a:rPr lang="en-US"/>
              <a:t>Xin Chân thành cảm ơn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CF10D-3BC6-4147-AE9D-CDCD5AE5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5FC-2415-4B02-B922-0CFD2E0C9D14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469E-0B37-4E39-8B8D-519DCCE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0A6C3-0EC9-45F6-961A-4EAA7B33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8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276</TotalTime>
  <Words>119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Times New Roman</vt:lpstr>
      <vt:lpstr>Trebuchet MS</vt:lpstr>
      <vt:lpstr>Wingdings 3</vt:lpstr>
      <vt:lpstr>Facet</vt:lpstr>
      <vt:lpstr>GIỚI THIỆU VỀ BẢN THÂN </vt:lpstr>
      <vt:lpstr>GIỚI THIỆU CHUNG</vt:lpstr>
      <vt:lpstr>NỘI DUNG BÀI LÀM</vt:lpstr>
      <vt:lpstr>Xin Chân thành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BẢN THÂN</dc:title>
  <dc:creator>Hào Gia</dc:creator>
  <cp:lastModifiedBy>Hào Gia</cp:lastModifiedBy>
  <cp:revision>7</cp:revision>
  <dcterms:created xsi:type="dcterms:W3CDTF">2026-01-31T08:06:46Z</dcterms:created>
  <dcterms:modified xsi:type="dcterms:W3CDTF">2026-02-05T07:41:01Z</dcterms:modified>
</cp:coreProperties>
</file>